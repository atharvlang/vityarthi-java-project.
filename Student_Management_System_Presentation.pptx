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STUDENT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Console-Based Java Application</a:t>
            </a:r>
          </a:p>
          <a:p>
            <a:pPr>
              <a:spcAft>
                <a:spcPts val="1200"/>
              </a:spcAft>
              <a:defRPr sz="2000"/>
            </a:pPr>
            <a:r>
              <a:t>Project Presentation</a:t>
            </a:r>
          </a:p>
          <a:p>
            <a:pPr>
              <a:spcAft>
                <a:spcPts val="1200"/>
              </a:spcAft>
              <a:defRPr sz="2000"/>
            </a:pPr>
            <a:r>
              <a:t>Java OOP • ArrayList • Constructors • Encapsulation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Console-based Java application for managing student records.</a:t>
            </a:r>
          </a:p>
          <a:p>
            <a:pPr>
              <a:spcAft>
                <a:spcPts val="1200"/>
              </a:spcAft>
              <a:defRPr sz="2000"/>
            </a:pPr>
            <a:r>
              <a:t>Users can Add Student, View Students, or Exit.</a:t>
            </a:r>
          </a:p>
          <a:p>
            <a:pPr>
              <a:spcAft>
                <a:spcPts val="1200"/>
              </a:spcAft>
              <a:defRPr sz="2000"/>
            </a:pPr>
            <a:r>
              <a:t>Each student is represented as an object.</a:t>
            </a:r>
          </a:p>
          <a:p>
            <a:pPr>
              <a:spcAft>
                <a:spcPts val="1200"/>
              </a:spcAft>
              <a:defRPr sz="2000"/>
            </a:pPr>
            <a:r>
              <a:t>Student objects are stored dynamically using ArrayList.</a:t>
            </a:r>
          </a:p>
          <a:p>
            <a:pPr>
              <a:spcAft>
                <a:spcPts val="1200"/>
              </a:spcAft>
              <a:defRPr sz="2000"/>
            </a:pPr>
            <a:r>
              <a:t>Uses classes, constructors, encapsulation, loops, switch-case and Scanner.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Store and display student information.</a:t>
            </a:r>
          </a:p>
          <a:p>
            <a:pPr>
              <a:spcAft>
                <a:spcPts val="1200"/>
              </a:spcAft>
              <a:defRPr sz="2000"/>
            </a:pPr>
            <a:r>
              <a:t>Demonstrate classes, objects and constructors.</a:t>
            </a:r>
          </a:p>
          <a:p>
            <a:pPr>
              <a:spcAft>
                <a:spcPts val="1200"/>
              </a:spcAft>
              <a:defRPr sz="2000"/>
            </a:pPr>
            <a:r>
              <a:t>Use ArrayList for dynamic storage.</a:t>
            </a:r>
          </a:p>
          <a:p>
            <a:pPr>
              <a:spcAft>
                <a:spcPts val="1200"/>
              </a:spcAft>
              <a:defRPr sz="2000"/>
            </a:pPr>
            <a:r>
              <a:t>Create a simple menu-driven console interface.</a:t>
            </a:r>
          </a:p>
          <a:p>
            <a:pPr>
              <a:spcAft>
                <a:spcPts val="1200"/>
              </a:spcAft>
              <a:defRPr sz="2000"/>
            </a:pPr>
            <a:r>
              <a:t>Separate student data from program control logic.</a:t>
            </a:r>
          </a:p>
          <a:p>
            <a:pPr>
              <a:spcAft>
                <a:spcPts val="1200"/>
              </a:spcAft>
              <a:defRPr sz="2000"/>
            </a:pPr>
            <a:r>
              <a:t>Provide a foundation for future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System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Hardware: Intel i3 or equivalent processor.</a:t>
            </a:r>
          </a:p>
          <a:p>
            <a:pPr>
              <a:spcAft>
                <a:spcPts val="1200"/>
              </a:spcAft>
              <a:defRPr sz="2000"/>
            </a:pPr>
            <a:r>
              <a:t>RAM: 2 GB minimum; 4 GB recommended.</a:t>
            </a:r>
          </a:p>
          <a:p>
            <a:pPr>
              <a:spcAft>
                <a:spcPts val="1200"/>
              </a:spcAft>
              <a:defRPr sz="2000"/>
            </a:pPr>
            <a:r>
              <a:t>Disk space: 50 MB free space.</a:t>
            </a:r>
          </a:p>
          <a:p>
            <a:pPr>
              <a:spcAft>
                <a:spcPts val="1200"/>
              </a:spcAft>
              <a:defRPr sz="2000"/>
            </a:pPr>
            <a:r>
              <a:t>OS: Windows / macOS / Linux.</a:t>
            </a:r>
          </a:p>
          <a:p>
            <a:pPr>
              <a:spcAft>
                <a:spcPts val="1200"/>
              </a:spcAft>
              <a:defRPr sz="2000"/>
            </a:pPr>
            <a:r>
              <a:t>Java JDK 8 or above.</a:t>
            </a:r>
          </a:p>
          <a:p>
            <a:pPr>
              <a:spcAft>
                <a:spcPts val="1200"/>
              </a:spcAft>
              <a:defRPr sz="2000"/>
            </a:pPr>
            <a:r>
              <a:t>IDE/Editor: VS Code, IntelliJ IDEA, Eclipse or text editor.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User Interface → displays menu and accepts input.</a:t>
            </a:r>
          </a:p>
          <a:p>
            <a:pPr>
              <a:spcAft>
                <a:spcPts val="1200"/>
              </a:spcAft>
              <a:defRPr sz="2000"/>
            </a:pPr>
            <a:r>
              <a:t>Control Logic → processes choices and controls the loop.</a:t>
            </a:r>
          </a:p>
          <a:p>
            <a:pPr>
              <a:spcAft>
                <a:spcPts val="1200"/>
              </a:spcAft>
              <a:defRPr sz="2000"/>
            </a:pPr>
            <a:r>
              <a:t>Data Model → Student class represents each student.</a:t>
            </a:r>
          </a:p>
          <a:p>
            <a:pPr>
              <a:spcAft>
                <a:spcPts val="1200"/>
              </a:spcAft>
              <a:defRPr sz="2000"/>
            </a:pPr>
            <a:r>
              <a:t>Collection → ArrayList stores Student objects.</a:t>
            </a:r>
          </a:p>
          <a:p>
            <a:pPr>
              <a:spcAft>
                <a:spcPts val="1200"/>
              </a:spcAft>
              <a:defRPr sz="2000"/>
            </a:pPr>
            <a:r>
              <a:t>Main class controls execution and uses Scanner.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Student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id : int — unique student identifier.</a:t>
            </a:r>
          </a:p>
          <a:p>
            <a:pPr>
              <a:spcAft>
                <a:spcPts val="1200"/>
              </a:spcAft>
              <a:defRPr sz="2000"/>
            </a:pPr>
            <a:r>
              <a:t>name : String — student's name.</a:t>
            </a:r>
          </a:p>
          <a:p>
            <a:pPr>
              <a:spcAft>
                <a:spcPts val="1200"/>
              </a:spcAft>
              <a:defRPr sz="2000"/>
            </a:pPr>
            <a:r>
              <a:t>age : int — student's age.</a:t>
            </a:r>
          </a:p>
          <a:p>
            <a:pPr>
              <a:spcAft>
                <a:spcPts val="1200"/>
              </a:spcAft>
              <a:defRPr sz="2000"/>
            </a:pPr>
            <a:r>
              <a:t>Student(...) constructor initializes the object.</a:t>
            </a:r>
          </a:p>
          <a:p>
            <a:pPr>
              <a:spcAft>
                <a:spcPts val="1200"/>
              </a:spcAft>
              <a:defRPr sz="2000"/>
            </a:pPr>
            <a:r>
              <a:t>display() prints student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Program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START</a:t>
            </a:r>
          </a:p>
          <a:p>
            <a:pPr>
              <a:spcAft>
                <a:spcPts val="1200"/>
              </a:spcAft>
              <a:defRPr sz="2000"/>
            </a:pPr>
            <a:r>
              <a:t>↓ Display Student Management System menu</a:t>
            </a:r>
          </a:p>
          <a:p>
            <a:pPr>
              <a:spcAft>
                <a:spcPts val="1200"/>
              </a:spcAft>
              <a:defRPr sz="2000"/>
            </a:pPr>
            <a:r>
              <a:t>↓ Read user's choice</a:t>
            </a:r>
          </a:p>
          <a:p>
            <a:pPr>
              <a:spcAft>
                <a:spcPts val="1200"/>
              </a:spcAft>
              <a:defRPr sz="2000"/>
            </a:pPr>
            <a:r>
              <a:t>→ Add Student: enter ID, name and age → create object → add to ArrayList</a:t>
            </a:r>
          </a:p>
          <a:p>
            <a:pPr>
              <a:spcAft>
                <a:spcPts val="1200"/>
              </a:spcAft>
              <a:defRPr sz="2000"/>
            </a:pPr>
            <a:r>
              <a:t>→ View Students: check records → display stored students</a:t>
            </a:r>
          </a:p>
          <a:p>
            <a:pPr>
              <a:spcAft>
                <a:spcPts val="1200"/>
              </a:spcAft>
              <a:defRPr sz="2000"/>
            </a:pPr>
            <a:r>
              <a:t>→ Exit: close Scanner and terminate</a:t>
            </a:r>
          </a:p>
          <a:p>
            <a:pPr>
              <a:spcAft>
                <a:spcPts val="1200"/>
              </a:spcAft>
              <a:defRPr sz="2000"/>
            </a:pPr>
            <a:r>
              <a:t>Repeat until Exit is selected.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Implementation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this keyword initializes Student record fields.</a:t>
            </a:r>
          </a:p>
          <a:p>
            <a:pPr>
              <a:spcAft>
                <a:spcPts val="1200"/>
              </a:spcAft>
              <a:defRPr sz="2000"/>
            </a:pPr>
            <a:r>
              <a:t>ArrayList allows the number of records to grow dynamically.</a:t>
            </a:r>
          </a:p>
          <a:p>
            <a:pPr>
              <a:spcAft>
                <a:spcPts val="1200"/>
              </a:spcAft>
              <a:defRPr sz="2000"/>
            </a:pPr>
            <a:r>
              <a:t>display() prints student information.</a:t>
            </a:r>
          </a:p>
          <a:p>
            <a:pPr>
              <a:spcAft>
                <a:spcPts val="1200"/>
              </a:spcAft>
              <a:defRPr sz="2000"/>
            </a:pPr>
            <a:r>
              <a:t>Main creates objects and iterates through the list.</a:t>
            </a:r>
          </a:p>
          <a:p>
            <a:pPr>
              <a:spcAft>
                <a:spcPts val="1200"/>
              </a:spcAft>
              <a:defRPr sz="2000"/>
            </a:pPr>
            <a:r>
              <a:t>Core concepts: Class, Object, Constructor, Encapsulation, ArrayList, Scanner, Switch-case and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Functional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Add Student — accepts ID, name and age; creates and stores a Student object.</a:t>
            </a:r>
          </a:p>
          <a:p>
            <a:pPr>
              <a:spcAft>
                <a:spcPts val="1200"/>
              </a:spcAft>
              <a:defRPr sz="2000"/>
            </a:pPr>
            <a:r>
              <a:t>2. View Students — checks the list and displays every stored student.</a:t>
            </a:r>
          </a:p>
          <a:p>
            <a:pPr>
              <a:spcAft>
                <a:spcPts val="1200"/>
              </a:spcAft>
              <a:defRPr sz="2000"/>
            </a:pPr>
            <a:r>
              <a:t>3. Exit — closes Scanner and terminates the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Sample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===== Student Management System =====</a:t>
            </a:r>
          </a:p>
          <a:p>
            <a:pPr>
              <a:spcAft>
                <a:spcPts val="1200"/>
              </a:spcAft>
              <a:defRPr sz="2000"/>
            </a:pPr>
            <a:r>
              <a:t>1. Add Student     2. View Students     3. Exit</a:t>
            </a:r>
          </a:p>
          <a:p>
            <a:pPr>
              <a:spcAft>
                <a:spcPts val="1200"/>
              </a:spcAft>
              <a:defRPr sz="2000"/>
            </a:pPr>
            <a:r>
              <a:t>Enter choice: 1</a:t>
            </a:r>
          </a:p>
          <a:p>
            <a:pPr>
              <a:spcAft>
                <a:spcPts val="1200"/>
              </a:spcAft>
              <a:defRPr sz="2000"/>
            </a:pPr>
            <a:r>
              <a:t>Enter ID: 101    Enter Name: John Doe    Enter Age: 20</a:t>
            </a:r>
          </a:p>
          <a:p>
            <a:pPr>
              <a:spcAft>
                <a:spcPts val="1200"/>
              </a:spcAft>
              <a:defRPr sz="2000"/>
            </a:pPr>
            <a:r>
              <a:t>Student Added Successfully!</a:t>
            </a:r>
          </a:p>
          <a:p>
            <a:pPr>
              <a:spcAft>
                <a:spcPts val="1200"/>
              </a:spcAft>
              <a:defRPr sz="2000"/>
            </a:pPr>
            <a:r>
              <a:t>Enter choice: 2</a:t>
            </a:r>
          </a:p>
          <a:p>
            <a:pPr>
              <a:spcAft>
                <a:spcPts val="1200"/>
              </a:spcAft>
              <a:defRPr sz="2000"/>
            </a:pPr>
            <a:r>
              <a:t>ID: 101, Name: John Doe, Age: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Advantages:</a:t>
            </a:r>
          </a:p>
          <a:p>
            <a:pPr>
              <a:spcAft>
                <a:spcPts val="1200"/>
              </a:spcAft>
              <a:defRPr sz="2000"/>
            </a:pPr>
            <a:r>
              <a:t>• Simple and learner-friendly.</a:t>
            </a:r>
          </a:p>
          <a:p>
            <a:pPr>
              <a:spcAft>
                <a:spcPts val="1200"/>
              </a:spcAft>
              <a:defRPr sz="2000"/>
            </a:pPr>
            <a:r>
              <a:t>• Lightweight console application.</a:t>
            </a:r>
          </a:p>
          <a:p>
            <a:pPr>
              <a:spcAft>
                <a:spcPts val="1200"/>
              </a:spcAft>
              <a:defRPr sz="2000"/>
            </a:pPr>
            <a:r>
              <a:t>• Clear separation of Student and Main.</a:t>
            </a:r>
          </a:p>
          <a:p>
            <a:pPr>
              <a:spcAft>
                <a:spcPts val="1200"/>
              </a:spcAft>
              <a:defRPr sz="2000"/>
            </a:pPr>
            <a:r>
              <a:t>• Flexible in-memory storage using ArrayList.</a:t>
            </a:r>
          </a:p>
          <a:p>
            <a:pPr>
              <a:spcAft>
                <a:spcPts val="1200"/>
              </a:spcAft>
              <a:defRPr sz="2000"/>
            </a:pPr>
            <a:r>
              <a:t>Limitations:</a:t>
            </a:r>
          </a:p>
          <a:p>
            <a:pPr>
              <a:spcAft>
                <a:spcPts val="1200"/>
              </a:spcAft>
              <a:defRPr sz="2000"/>
            </a:pPr>
            <a:r>
              <a:t>• Data is lost when the program exits.</a:t>
            </a:r>
          </a:p>
          <a:p>
            <a:pPr>
              <a:spcAft>
                <a:spcPts val="1200"/>
              </a:spcAft>
              <a:defRPr sz="2000"/>
            </a:pPr>
            <a:r>
              <a:t>• Update, Delete, Search and Sorting are not implemented.</a:t>
            </a:r>
          </a:p>
          <a:p>
            <a:pPr>
              <a:spcAft>
                <a:spcPts val="1200"/>
              </a:spcAft>
              <a:defRPr sz="2000"/>
            </a:pPr>
            <a:r>
              <a:t>• Limited validation and console-only interface.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File / Database Storage → preserve records between sessions.</a:t>
            </a:r>
          </a:p>
          <a:p>
            <a:pPr>
              <a:spcAft>
                <a:spcPts val="1200"/>
              </a:spcAft>
              <a:defRPr sz="2000"/>
            </a:pPr>
            <a:r>
              <a:t>CRUD Operations → add Update and Delete capabilities.</a:t>
            </a:r>
          </a:p>
          <a:p>
            <a:pPr>
              <a:spcAft>
                <a:spcPts val="1200"/>
              </a:spcAft>
              <a:defRPr sz="2000"/>
            </a:pPr>
            <a:r>
              <a:t>Validation &amp; Exception Handling → safer input.</a:t>
            </a:r>
          </a:p>
          <a:p>
            <a:pPr>
              <a:spcAft>
                <a:spcPts val="1200"/>
              </a:spcAft>
              <a:defRPr sz="2000"/>
            </a:pPr>
            <a:r>
              <a:t>Search &amp; Sorting → find and organize records efficiently.</a:t>
            </a:r>
          </a:p>
          <a:p>
            <a:pPr>
              <a:spcAft>
                <a:spcPts val="1200"/>
              </a:spcAft>
              <a:defRPr sz="2000"/>
            </a:pPr>
            <a:r>
              <a:t>JavaFX / Swing GUI → graphical interface.</a:t>
            </a:r>
          </a:p>
          <a:p>
            <a:pPr>
              <a:spcAft>
                <a:spcPts val="1200"/>
              </a:spcAft>
              <a:defRPr sz="2000"/>
            </a:pPr>
            <a:r>
              <a:t>Spring Boot Web App → web-based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12.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Understand how Java classes model real-world entities.</a:t>
            </a:r>
          </a:p>
          <a:p>
            <a:pPr>
              <a:spcAft>
                <a:spcPts val="1200"/>
              </a:spcAft>
              <a:defRPr sz="2000"/>
            </a:pPr>
            <a:r>
              <a:t>Create and use objects through constructors.</a:t>
            </a:r>
          </a:p>
          <a:p>
            <a:pPr>
              <a:spcAft>
                <a:spcPts val="1200"/>
              </a:spcAft>
              <a:defRPr sz="2000"/>
            </a:pPr>
            <a:r>
              <a:t>Manage collections with ArrayList.</a:t>
            </a:r>
          </a:p>
          <a:p>
            <a:pPr>
              <a:spcAft>
                <a:spcPts val="1200"/>
              </a:spcAft>
              <a:defRPr sz="2000"/>
            </a:pPr>
            <a:r>
              <a:t>Build menu-driven console applications.</a:t>
            </a:r>
          </a:p>
          <a:p>
            <a:pPr>
              <a:spcAft>
                <a:spcPts val="1200"/>
              </a:spcAft>
              <a:defRPr sz="2000"/>
            </a:pPr>
            <a:r>
              <a:t>Apply control flow and user input practically.</a:t>
            </a:r>
          </a:p>
          <a:p>
            <a:pPr>
              <a:spcAft>
                <a:spcPts val="1200"/>
              </a:spcAft>
              <a:defRPr sz="2000"/>
            </a:pPr>
            <a:r>
              <a:t>Understand how a prototype can evolve into a larger software 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project demonstrates Java fundamentals through a practical record-management system.</a:t>
            </a:r>
          </a:p>
          <a:p>
            <a:pPr>
              <a:spcAft>
                <a:spcPts val="1200"/>
              </a:spcAft>
              <a:defRPr sz="2000"/>
            </a:pPr>
            <a:r>
              <a:t>It combines OOP design, constructors, collections, console input and control flow.</a:t>
            </a:r>
          </a:p>
          <a:p>
            <a:pPr>
              <a:spcAft>
                <a:spcPts val="1200"/>
              </a:spcAft>
              <a:defRPr sz="2000"/>
            </a:pPr>
            <a:r>
              <a:t>The session-based structure can be extended with databases, CRUD, validation, search, sorting and GUI/web interfaces.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14.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Oracle Java Documentation</a:t>
            </a:r>
          </a:p>
          <a:p>
            <a:pPr>
              <a:spcAft>
                <a:spcPts val="1200"/>
              </a:spcAft>
              <a:defRPr sz="2000"/>
            </a:pPr>
            <a:r>
              <a:t>Java ArrayList Class Reference — java.util.ArrayList</a:t>
            </a:r>
          </a:p>
          <a:p>
            <a:pPr>
              <a:spcAft>
                <a:spcPts val="1200"/>
              </a:spcAft>
              <a:defRPr sz="2000"/>
            </a:pPr>
            <a:r>
              <a:t>Java Scanner Class Reference — java.util.Scanner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